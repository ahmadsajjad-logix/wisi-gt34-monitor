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WISI GT34 / PRTG Monitoring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64040" y="65379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checkpoint V11.3L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WISI GT34 / PRTG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Monitoring Scope Report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5146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7F2"/>
                </a:solidFill>
              </a:rPr>
              <a:t>What the system monitors — carriers, multiplexes, DVB services, parameters and operational meaning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869680" y="1005840"/>
            <a:ext cx="2514600" cy="324612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A63"/>
                </a:solidFill>
              </a:rPr>
              <a:t>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8972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598E"/>
                </a:solidFill>
              </a:rPr>
              <a:t>WISI chassis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8116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A63"/>
                </a:solidFill>
              </a:rPr>
              <a:t>43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070848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598E"/>
                </a:solidFill>
              </a:rPr>
              <a:t>TV-bearing carrier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81160" y="34564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A63"/>
                </a:solidFill>
              </a:rPr>
              <a:t>168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070848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598E"/>
                </a:solidFill>
              </a:rPr>
              <a:t>DVB service instances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7E8"/>
                </a:solidFill>
              </a:rPr>
              <a:t>Production checkpoint V11.3L • Authoritative Inventory V6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Executive monitoring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Current authoritative scope; earlier HTML snapshot is used as a presentation reference, not as the current count baseline.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011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270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98424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WISI chassis / IRDs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1417320"/>
            <a:ext cx="2011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15270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8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07208" y="198424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GT34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2011680" cy="1024128"/>
          </a:xfrm>
          <a:prstGeom prst="roundRect">
            <a:avLst>
              <a:gd name="adj" fmla="val 5357"/>
            </a:avLst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270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43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001768" y="198424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logical carrier / multiplex inputs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417320"/>
            <a:ext cx="2011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96328" y="15270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196328" y="198424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frequency + polarization combinations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81160" y="1417320"/>
            <a:ext cx="2011680" cy="1024128"/>
          </a:xfrm>
          <a:prstGeom prst="roundRect">
            <a:avLst>
              <a:gd name="adj" fmla="val 5357"/>
            </a:avLst>
          </a:prstGeom>
          <a:solidFill>
            <a:srgbClr val="EDF3F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0888" y="15270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168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390888" y="198424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DVB service instances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9260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What “43 multiplexes” means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" y="3291840"/>
            <a:ext cx="30998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Each monitored logical carrier/input is a tuned RF carrier carrying one or more DVB services. A multiplex can therefore contain several television, radio or other DVB services.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278892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29260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What “168 services” means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25112" y="3291840"/>
            <a:ext cx="30998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168 is the authoritative V6 count of service instances across the monitored carriers. It is not the same as 168 separately licensed TV channels; feeds, variants, radio and other DVB services may be included.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18120" y="2788920"/>
            <a:ext cx="3429000" cy="2148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29260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What is actually alarmed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82712" y="3291840"/>
            <a:ext cx="30998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Carrier lock, transport-stream presence and expected-service integrity are monitored. Individual expected services can alarm even while their carrier remains locked and the multiplex is otherwise present.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5303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63"/>
                </a:solidFill>
              </a:rPr>
              <a:t>Scope hierarchy: 4 chassis → 8 GT34 modules → 43 logical RF carriers/multiplexes → 168 DVB service instances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Fleet coverage by chassis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All four production WISI chassis are part of the monitoring fleet.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07040" cy="242316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2103120"/>
                <a:gridCol w="3566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PRTG label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Chassis IP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GT34 modules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Authoritative active carriers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WISI-IRD-01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192.168.3.27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M1 + M5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WISI-IRD-02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192.168.3.45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M1 + M5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WISI-IRD-03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192.168.3.8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M1 + M5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WISI-IRD-04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192.168.3.9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M1 + M5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97764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43 total logical carrier inputs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828800" y="4800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final PRTG deployment has one production sensor per authoritative TV-bearing logical carrier.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RF and multiplex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Every authoritative production carrier currently has a distinct frequency/polarization combination.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108960" cy="1024128"/>
          </a:xfrm>
          <a:prstGeom prst="roundRect">
            <a:avLst>
              <a:gd name="adj" fmla="val 5357"/>
            </a:avLst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5270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5528" y="198424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distinct RF frequency/polarization combinations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108960" cy="1024128"/>
          </a:xfrm>
          <a:prstGeom prst="roundRect">
            <a:avLst>
              <a:gd name="adj" fmla="val 5357"/>
            </a:avLst>
          </a:prstGeom>
          <a:solidFill>
            <a:srgbClr val="EDF3F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5270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43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636008" y="198424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monitored logical multiplex/carrier inputs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66760" y="1417320"/>
            <a:ext cx="31089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6488" y="15270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1 : 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476488" y="198424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carrier-to-frequency/polarization 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880360"/>
            <a:ext cx="5074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01752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Frequency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383280"/>
            <a:ext cx="474573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satellite downlink frequency tells the IRD where the RF carrier is located. Monitoring it confirms that the sensor is associated with the intended transponder/carrier rather than an arbitrary tuner.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880360"/>
            <a:ext cx="5074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01752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Polarization + Symbol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6792" y="3383280"/>
            <a:ext cx="474573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Polarization (H/V) separates satellite signal planes. Symbol rate describes how quickly symbols are transmitted and is a key tuning fingerprint. Together with frequency, it helps identify the intended carrier deterministically.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2630"/>
                </a:solidFill>
              </a:rPr>
              <a:t>Important: the project distinguishes physical module/tuner identity from the WISI GUI logical input identity.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Service-level monitoring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multiplex is not treated as healthy merely because its RF carrier is locked.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DF3F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270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168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04088" y="19842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expected DVB service instances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11880" y="141732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5270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43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721608" y="19842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TV-bearing multiplex/carriers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22402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527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739128" y="1984248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Geo services on M1C10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1417320"/>
            <a:ext cx="22402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1527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15 days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53728" y="1984248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service/carrier history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83464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9718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Expected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" y="3337560"/>
            <a:ext cx="300837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 service identified by SID that should exist inside a monitored multiplex. If an expected SID disappears, the system treats it as a service-integrity fault.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283464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29718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Elementary-stream evidence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25112" y="3337560"/>
            <a:ext cx="300837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Where available, the IRD exposes video/audio PID and elementary-stream information. This is used to prove that a carrier is TV-bearing and to assess service integrity.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2834640"/>
            <a:ext cx="3337560" cy="233172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29718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Other services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91272" y="3337560"/>
            <a:ext cx="300837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monitored DVB inventory can include radio/audio-only, feeds, variants and services whose ES metadata is unavailable. These are tracked as DVB services; they are not automatically counted as separately licensed TV channels.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What does “total channels” mean?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Three different counts must not be mixed.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329184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544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43 monitored carrier sensors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1920240"/>
            <a:ext cx="3099816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Operational PRTG scope. One final sensor represents one authoritative TV-bearing logical carrier/multiplex. This is the number of production carrier monitoring points.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3291840"/>
          </a:xfrm>
          <a:prstGeom prst="roundRect">
            <a:avLst/>
          </a:prstGeom>
          <a:solidFill>
            <a:srgbClr val="EDF3F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5544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168 DVB service instances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3712" y="1920240"/>
            <a:ext cx="3099816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Technical service scope. These are expected service occurrences across all multiplexes. The same service may appear more than once and some entries can be radio, feeds or variants.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429000" cy="329184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155448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Unique TV channel count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48472" y="1920240"/>
            <a:ext cx="3099816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 refreshed unique regulatory-TV count is not asserted from V6 alone. The earlier attached scope snapshot reported 125 unique confirmed video services, but it represented an earlier 38-carrier / 167-instance scan and is therefore not used as the current authoritative total.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For management reporting today: use 43 monitored multiplexes and 168 DVB service instances. Do not label all 168 as licensed TV channels.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Core technical parameters monitored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17 core parameter/health categories are prioritized on every carrier sensor.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516636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Parameter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Plain-language meaning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Carrier / TS Health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Overall “is the reception path usable?” indicator.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Demod Lock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Whether the IRD can lock onto the satellite carrier.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Transport Stream Present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Whether usable DVB data is arriving after demodulation.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Video Present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Whether video evidence is available for the TV-bearing carrier.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Service Integrity Health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Whether all expected services are present and structurally observable.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RF Level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Strength of the received radio-frequency signal.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SNR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How clearly the wanted signal stands above noise.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BER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How many received bits are erroneous; lower is better.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Frequency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Where the satellite carrier is tuned.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Symbol Rate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Transmission symbol speed; part of carrier identity.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TS Bitrate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Rate of the digital transport stream.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TSID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Identifier of the DVB transport stream.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NID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Identifier of the DVB network.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ONID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Original Network ID used to identify the originating DVB network.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Missing Services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Expected SIDs that are not currently present.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Unexpected Services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New/unexpected SIDs seen on the multiplex.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ES Metadata Unavailable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</a:rPr>
                        <a:t>Expected service exists, but elementary-stream details cannot currently be obtained.</a:t>
                      </a:r>
                      <a:endParaRPr lang="en-US" sz="1020" dirty="0"/>
                    </a:p>
                  </a:txBody>
                  <a:tcPr marL="32004" marR="32004" marT="32004" marB="32004">
                    <a:lnL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Beyond the 17 core parameters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PRTG is deliberately bounded; the richer technical observation is preserved elsewhere.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017520" cy="1024128"/>
          </a:xfrm>
          <a:prstGeom prst="roundRect">
            <a:avLst>
              <a:gd name="adj" fmla="val 5357"/>
            </a:avLst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2704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44 max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PRTG channels per sensor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3017520" cy="1024128"/>
          </a:xfrm>
          <a:prstGeom prst="roundRect">
            <a:avLst>
              <a:gd name="adj" fmla="val 5357"/>
            </a:avLst>
          </a:prstGeom>
          <a:solidFill>
            <a:srgbClr val="EDF3F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52704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17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681728" y="19842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always-prioritized core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417320"/>
            <a:ext cx="3017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152704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15 days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613648" y="19842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SQLite observation 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01752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Additional PRTG channels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383280"/>
            <a:ext cx="296265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Where room exists, per-service health and aggregates such as discovered/running/expected services, ES totals, video/audio counts, modulation/FEC enums and MIS are included.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88036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01752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Rich status 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9432" y="3383280"/>
            <a:ext cx="296265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Overflow detail remains visible in sensor status: configured/detected modulation &amp; FEC, PLS/ISI, LNB/IF, network/providers, service SIDs, PIDs and stream types, where the IRD exposes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88036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301752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SQLite history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3383280"/>
            <a:ext cx="296265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Full carrier and expected-service observations are stored for 15 days. The database is the historical record; PRTG channels are the bounded visual/operational surface.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How monitoring turns into an alarm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system distinguishes a whole-carrier failure from an individual service failure.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337560" cy="1417320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630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1. Carrier unlocked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1828800"/>
            <a:ext cx="3008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The IRD cannot lock the RF carrier. All services on that multiplex are treated as DOWN.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4630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2. TS absent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1828800"/>
            <a:ext cx="3008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RF may be locked, but no usable transport stream is present. All multiplex services are treated as DOWN.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1325880"/>
            <a:ext cx="3337560" cy="141732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4630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3. Service integrity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39912" y="1828800"/>
            <a:ext cx="3008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Carrier and TS are up, but one expected SID is missing or its ES metadata is unavailable. Only that service alarms.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3246120"/>
            <a:ext cx="4343400" cy="1554480"/>
          </a:xfrm>
          <a:prstGeom prst="roundRect">
            <a:avLst/>
          </a:prstGeom>
          <a:solidFill>
            <a:srgbClr val="EDF3F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3383280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Immediate notification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7592" y="3749040"/>
            <a:ext cx="401421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Python sends the Transmission Alert immediately. There is no 60-second debounce and no repeated email while the same episode remains active.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246120"/>
            <a:ext cx="4343400" cy="155448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3383280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Immediate recovery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9712" y="3749040"/>
            <a:ext cx="401421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When the notified condition clears, Python sends the corresponding UP/recovery message and records total downtime.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53035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PRTG notification triggers are not used for production email; Python remains authoritative.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What the project gives the regulator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layered view from satellite RF health down to individual DVB service integrity.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070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Continuous coverage of 4 WISI chassis and 8 GT34 modules.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43 authoritative TV-bearing logical carrier/multiplex monitoring points across 43 distinct frequency/polarization combinations.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168 expected DVB service instances monitored inside those multiplexes.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17 core RF/TS/service-integrity parameter categories prioritized on every sensor, with up to 44 live PRTG channels per sensor.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Rich modulation, FEC, service, PID/ES and network detail retained in sensor status and SQLite where exposed by the IRD.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15-day carrier/service history for technical review and incident analysis.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Immediate, duplicate-suppressed alarm and recovery email controlled by Python.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Evidence-based service classification: the system does not infer TV/radio status merely from a service name.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34440" y="5623560"/>
            <a:ext cx="9738360" cy="502920"/>
          </a:xfrm>
          <a:prstGeom prst="round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5742432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Monitoring scope = RF carrier health + DVB transport health + expected-service integrity + historical evidence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Important interpretation note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attached HTML report is a valuable earlier live-scan snapshot, but its counts predate the final authoritative V6 migration.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983480" cy="333756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5448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Earlier attached scope snapshot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920240"/>
            <a:ext cx="465429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38 production carrier/input instances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33 distinct RF frequency/polarization combinations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167 expected DVB service instances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158 confirmed video service instances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125 unique confirmed video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4 unique audio-only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 unique data/unknown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 unique unavailable services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983480" cy="333756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55448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Current authoritative project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56832" y="1920240"/>
            <a:ext cx="465429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43 production logical carrier/multiplex inputs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43 distinct RF frequency/polarization combinations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168 expected DVB service instances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All 43 carriers proven TV-bearing at carrier 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Service-integrity monitoring retained for all expected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Current unique video/audio split should be regenerated from a fresh fleet classification before publishing a new unique-channel total.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212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This presentation therefore uses V6 for current scope and uses the attached HTML only for historical classification context.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PEMRA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WISI GT34 / PRTG Monitoring Scope</dc:title>
  <dc:subject>WISI GT34 Monitoring Scope</dc:subject>
  <dc:creator>OpenAI</dc:creator>
  <cp:lastModifiedBy>OpenAI</cp:lastModifiedBy>
  <cp:revision>1</cp:revision>
  <dcterms:created xsi:type="dcterms:W3CDTF">2026-09-13T20:57:30Z</dcterms:created>
  <dcterms:modified xsi:type="dcterms:W3CDTF">2026-09-13T20:57:30Z</dcterms:modified>
</cp:coreProperties>
</file>